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8" r:id="rId9"/>
    <p:sldId id="262" r:id="rId10"/>
    <p:sldId id="270" r:id="rId11"/>
    <p:sldId id="263" r:id="rId12"/>
    <p:sldId id="271" r:id="rId13"/>
    <p:sldId id="264" r:id="rId14"/>
    <p:sldId id="265" r:id="rId15"/>
    <p:sldId id="272" r:id="rId16"/>
    <p:sldId id="266" r:id="rId17"/>
    <p:sldId id="273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I/O Streams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Input and Output in Java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Java I/O (Input and Output) is used to process data (read/write)</a:t>
            </a:r>
          </a:p>
          <a:p>
            <a:r>
              <a:t>- Located in the java.io package</a:t>
            </a:r>
          </a:p>
          <a:p>
            <a:r>
              <a:t>- Works on streams – a sequence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Byte Streams – Handle binary data (InputStream, OutputStream)</a:t>
            </a:r>
          </a:p>
          <a:p>
            <a:r>
              <a:t>- Character Streams – Handle character data (Reader, Writer)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- </a:t>
            </a:r>
            <a:r>
              <a:rPr dirty="0" err="1"/>
              <a:t>InputStream</a:t>
            </a:r>
            <a:r>
              <a:rPr dirty="0"/>
              <a:t> – Abstract class for reading bytes</a:t>
            </a:r>
          </a:p>
          <a:p>
            <a:r>
              <a:rPr dirty="0"/>
              <a:t>- </a:t>
            </a:r>
            <a:r>
              <a:rPr dirty="0" err="1"/>
              <a:t>OutputStream</a:t>
            </a:r>
            <a:r>
              <a:rPr dirty="0"/>
              <a:t> – Abstract class for writing bytes</a:t>
            </a:r>
          </a:p>
          <a:p>
            <a:r>
              <a:rPr dirty="0"/>
              <a:t>Example:</a:t>
            </a:r>
          </a:p>
          <a:p>
            <a:r>
              <a:rPr dirty="0" err="1"/>
              <a:t>FileInputStream</a:t>
            </a:r>
            <a:r>
              <a:rPr dirty="0"/>
              <a:t> in = new </a:t>
            </a:r>
            <a:r>
              <a:rPr dirty="0" err="1"/>
              <a:t>FileInputStream</a:t>
            </a:r>
            <a:r>
              <a:rPr dirty="0"/>
              <a:t>("file.txt");</a:t>
            </a:r>
          </a:p>
          <a:p>
            <a:r>
              <a:rPr dirty="0" err="1"/>
              <a:t>FileOutputStream</a:t>
            </a:r>
            <a:r>
              <a:rPr dirty="0"/>
              <a:t> out = new </a:t>
            </a:r>
            <a:r>
              <a:rPr dirty="0" err="1"/>
              <a:t>FileOutputStream</a:t>
            </a:r>
            <a:r>
              <a:rPr dirty="0"/>
              <a:t>("copy.txt");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Reader and Writer abstract classes for characters</a:t>
            </a:r>
          </a:p>
          <a:p>
            <a:endParaRPr/>
          </a:p>
          <a:p>
            <a:r>
              <a:t>Example:</a:t>
            </a:r>
          </a:p>
          <a:p>
            <a:r>
              <a:t>FileReader reader = new FileReader("data.txt");</a:t>
            </a:r>
          </a:p>
          <a:p>
            <a:r>
              <a:t>FileWriter writer = new FileWriter("output.txt");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0201-EA23-BCE8-1661-530827D4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DECDC-92ED-CF1A-1DC2-4E4005A6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java.io.FileReader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java.io.FileWriter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CharStreamExample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FileReader</a:t>
            </a:r>
            <a:r>
              <a:rPr lang="en-IN" dirty="0"/>
              <a:t> reader = new </a:t>
            </a:r>
            <a:r>
              <a:rPr lang="en-IN" dirty="0" err="1"/>
              <a:t>FileReader</a:t>
            </a:r>
            <a:r>
              <a:rPr lang="en-IN" dirty="0"/>
              <a:t>("data.txt");</a:t>
            </a:r>
          </a:p>
          <a:p>
            <a:r>
              <a:rPr lang="en-IN" dirty="0"/>
              <a:t>        </a:t>
            </a:r>
            <a:r>
              <a:rPr lang="en-IN" dirty="0" err="1"/>
              <a:t>FileWriter</a:t>
            </a:r>
            <a:r>
              <a:rPr lang="en-IN" dirty="0"/>
              <a:t> writer = new </a:t>
            </a:r>
            <a:r>
              <a:rPr lang="en-IN" dirty="0" err="1"/>
              <a:t>FileWriter</a:t>
            </a:r>
            <a:r>
              <a:rPr lang="en-IN" dirty="0"/>
              <a:t>("output.txt");</a:t>
            </a:r>
          </a:p>
          <a:p>
            <a:endParaRPr lang="en-IN" dirty="0"/>
          </a:p>
          <a:p>
            <a:r>
              <a:rPr lang="en-IN" dirty="0"/>
              <a:t>        int </a:t>
            </a:r>
            <a:r>
              <a:rPr lang="en-IN" dirty="0" err="1"/>
              <a:t>ch</a:t>
            </a:r>
            <a:r>
              <a:rPr lang="en-IN" dirty="0"/>
              <a:t>;</a:t>
            </a:r>
          </a:p>
          <a:p>
            <a:r>
              <a:rPr lang="en-IN" dirty="0"/>
              <a:t>        while ((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reader.read</a:t>
            </a:r>
            <a:r>
              <a:rPr lang="en-IN" dirty="0"/>
              <a:t>()) != -1) {</a:t>
            </a:r>
          </a:p>
          <a:p>
            <a:r>
              <a:rPr lang="en-IN" dirty="0"/>
              <a:t>            </a:t>
            </a:r>
            <a:r>
              <a:rPr lang="en-IN" dirty="0" err="1"/>
              <a:t>writer.write</a:t>
            </a:r>
            <a:r>
              <a:rPr lang="en-IN" dirty="0"/>
              <a:t>(</a:t>
            </a:r>
            <a:r>
              <a:rPr lang="en-IN" dirty="0" err="1"/>
              <a:t>ch</a:t>
            </a:r>
            <a:r>
              <a:rPr lang="en-IN" dirty="0"/>
              <a:t>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reader.close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writer.close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28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FileInputStream &amp; FileOutputStream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</a:t>
            </a:r>
          </a:p>
          <a:p>
            <a:r>
              <a:rPr sz="2400" dirty="0" err="1"/>
              <a:t>FileInputStream</a:t>
            </a:r>
            <a:r>
              <a:rPr sz="2400" dirty="0"/>
              <a:t> in = new </a:t>
            </a:r>
            <a:r>
              <a:rPr sz="2400" dirty="0" err="1"/>
              <a:t>FileInputStream</a:t>
            </a:r>
            <a:r>
              <a:rPr sz="2400" dirty="0"/>
              <a:t>("input.txt");</a:t>
            </a:r>
          </a:p>
          <a:p>
            <a:r>
              <a:rPr sz="2400" dirty="0" err="1"/>
              <a:t>FileOutputStream</a:t>
            </a:r>
            <a:r>
              <a:rPr sz="2400" dirty="0"/>
              <a:t> out = new </a:t>
            </a:r>
            <a:r>
              <a:rPr sz="2400" dirty="0" err="1"/>
              <a:t>FileOutputStream</a:t>
            </a:r>
            <a:r>
              <a:rPr sz="2400" dirty="0"/>
              <a:t>("output.txt");</a:t>
            </a:r>
          </a:p>
          <a:p>
            <a:r>
              <a:rPr sz="2400" dirty="0"/>
              <a:t>int c;</a:t>
            </a:r>
          </a:p>
          <a:p>
            <a:r>
              <a:rPr sz="2400" dirty="0"/>
              <a:t>while ((c = </a:t>
            </a:r>
            <a:r>
              <a:rPr sz="2400" dirty="0" err="1"/>
              <a:t>in.read</a:t>
            </a:r>
            <a:r>
              <a:rPr sz="2400" dirty="0"/>
              <a:t>()) != -1) {</a:t>
            </a:r>
          </a:p>
          <a:p>
            <a:r>
              <a:rPr sz="2400" dirty="0"/>
              <a:t>    </a:t>
            </a:r>
            <a:r>
              <a:rPr sz="2400" dirty="0" err="1"/>
              <a:t>out.write</a:t>
            </a:r>
            <a:r>
              <a:rPr sz="2400" dirty="0"/>
              <a:t>(c);</a:t>
            </a:r>
          </a:p>
          <a:p>
            <a:r>
              <a:rPr sz="2400" dirty="0"/>
              <a:t>}</a:t>
            </a:r>
          </a:p>
          <a:p>
            <a:r>
              <a:rPr sz="2400" dirty="0" err="1"/>
              <a:t>in.close</a:t>
            </a:r>
            <a:r>
              <a:rPr sz="2400" dirty="0"/>
              <a:t>();</a:t>
            </a:r>
          </a:p>
          <a:p>
            <a:r>
              <a:rPr sz="2400" dirty="0" err="1"/>
              <a:t>out.close</a:t>
            </a:r>
            <a:r>
              <a:rPr sz="2400" dirty="0"/>
              <a:t>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B08A-9F19-88C8-6077-4EA3FB86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B7512-4682-719E-ED02-56448B53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java.io.FileInputStream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java.io.FileOutputStream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ByteStreamExample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FileInputStream</a:t>
            </a:r>
            <a:r>
              <a:rPr lang="en-IN" dirty="0"/>
              <a:t> in = new </a:t>
            </a:r>
            <a:r>
              <a:rPr lang="en-IN" dirty="0" err="1"/>
              <a:t>FileInputStream</a:t>
            </a:r>
            <a:r>
              <a:rPr lang="en-IN" dirty="0"/>
              <a:t>("input.txt");</a:t>
            </a:r>
          </a:p>
          <a:p>
            <a:r>
              <a:rPr lang="en-IN" dirty="0"/>
              <a:t>        </a:t>
            </a:r>
            <a:r>
              <a:rPr lang="en-IN" dirty="0" err="1"/>
              <a:t>FileOutputStream</a:t>
            </a:r>
            <a:r>
              <a:rPr lang="en-IN" dirty="0"/>
              <a:t> out = new </a:t>
            </a:r>
            <a:r>
              <a:rPr lang="en-IN" dirty="0" err="1"/>
              <a:t>FileOutputStream</a:t>
            </a:r>
            <a:r>
              <a:rPr lang="en-IN" dirty="0"/>
              <a:t>("output.txt");</a:t>
            </a:r>
          </a:p>
          <a:p>
            <a:endParaRPr lang="en-IN" dirty="0"/>
          </a:p>
          <a:p>
            <a:r>
              <a:rPr lang="en-IN" dirty="0"/>
              <a:t>        int c;</a:t>
            </a:r>
          </a:p>
          <a:p>
            <a:r>
              <a:rPr lang="en-IN" dirty="0"/>
              <a:t>        while ((c = </a:t>
            </a:r>
            <a:r>
              <a:rPr lang="en-IN" dirty="0" err="1"/>
              <a:t>in.read</a:t>
            </a:r>
            <a:r>
              <a:rPr lang="en-IN" dirty="0"/>
              <a:t>()) != -1) {</a:t>
            </a:r>
          </a:p>
          <a:p>
            <a:r>
              <a:rPr lang="en-IN" dirty="0"/>
              <a:t>            </a:t>
            </a:r>
            <a:r>
              <a:rPr lang="en-IN" dirty="0" err="1"/>
              <a:t>out.write</a:t>
            </a:r>
            <a:r>
              <a:rPr lang="en-IN" dirty="0"/>
              <a:t>(c);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in.close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out.close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28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Buffered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Improves performance by buffering data</a:t>
            </a:r>
          </a:p>
          <a:p>
            <a:endParaRPr/>
          </a:p>
          <a:p>
            <a:r>
              <a:t>Example:</a:t>
            </a:r>
          </a:p>
          <a:p>
            <a:r>
              <a:t>BufferedReader br = new BufferedReader(new FileReader("data.txt"));</a:t>
            </a:r>
          </a:p>
          <a:p>
            <a:r>
              <a:t>BufferedWriter bw = new BufferedWriter(new FileWriter("out.txt"));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93E7-D395-2675-6954-54E4354A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A8F3-466C-4BE3-6DB1-EE53046A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import java.io.*;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BufferedStreamExample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BufferedReader</a:t>
            </a:r>
            <a:r>
              <a:rPr lang="en-IN" dirty="0"/>
              <a:t> </a:t>
            </a:r>
            <a:r>
              <a:rPr lang="en-IN" dirty="0" err="1"/>
              <a:t>br</a:t>
            </a:r>
            <a:r>
              <a:rPr lang="en-IN" dirty="0"/>
              <a:t> = new </a:t>
            </a:r>
            <a:r>
              <a:rPr lang="en-IN" dirty="0" err="1"/>
              <a:t>BufferedReader</a:t>
            </a:r>
            <a:r>
              <a:rPr lang="en-IN" dirty="0"/>
              <a:t>(new </a:t>
            </a:r>
            <a:r>
              <a:rPr lang="en-IN" dirty="0" err="1"/>
              <a:t>FileReader</a:t>
            </a:r>
            <a:r>
              <a:rPr lang="en-IN" dirty="0"/>
              <a:t>("data.txt"));</a:t>
            </a:r>
          </a:p>
          <a:p>
            <a:r>
              <a:rPr lang="en-IN" dirty="0"/>
              <a:t>        </a:t>
            </a:r>
            <a:r>
              <a:rPr lang="en-IN" dirty="0" err="1"/>
              <a:t>BufferedWriter</a:t>
            </a:r>
            <a:r>
              <a:rPr lang="en-IN" dirty="0"/>
              <a:t> </a:t>
            </a:r>
            <a:r>
              <a:rPr lang="en-IN" dirty="0" err="1"/>
              <a:t>bw</a:t>
            </a:r>
            <a:r>
              <a:rPr lang="en-IN" dirty="0"/>
              <a:t> = new </a:t>
            </a:r>
            <a:r>
              <a:rPr lang="en-IN" dirty="0" err="1"/>
              <a:t>BufferedWriter</a:t>
            </a:r>
            <a:r>
              <a:rPr lang="en-IN" dirty="0"/>
              <a:t>(new </a:t>
            </a:r>
            <a:r>
              <a:rPr lang="en-IN" dirty="0" err="1"/>
              <a:t>FileWriter</a:t>
            </a:r>
            <a:r>
              <a:rPr lang="en-IN" dirty="0"/>
              <a:t>("buffered_output.txt"));</a:t>
            </a:r>
          </a:p>
          <a:p>
            <a:endParaRPr lang="en-IN" dirty="0"/>
          </a:p>
          <a:p>
            <a:r>
              <a:rPr lang="en-IN" dirty="0"/>
              <a:t>        String line;</a:t>
            </a:r>
          </a:p>
          <a:p>
            <a:r>
              <a:rPr lang="en-IN" dirty="0"/>
              <a:t>        while ((line = </a:t>
            </a:r>
            <a:r>
              <a:rPr lang="en-IN" dirty="0" err="1"/>
              <a:t>br.readLine</a:t>
            </a:r>
            <a:r>
              <a:rPr lang="en-IN" dirty="0"/>
              <a:t>()) != null) {</a:t>
            </a:r>
          </a:p>
          <a:p>
            <a:r>
              <a:rPr lang="en-IN" dirty="0"/>
              <a:t>            </a:t>
            </a:r>
            <a:r>
              <a:rPr lang="en-IN" dirty="0" err="1"/>
              <a:t>bw.write</a:t>
            </a:r>
            <a:r>
              <a:rPr lang="en-IN" dirty="0"/>
              <a:t>(line);</a:t>
            </a:r>
          </a:p>
          <a:p>
            <a:r>
              <a:rPr lang="en-IN" dirty="0"/>
              <a:t>            </a:t>
            </a:r>
            <a:r>
              <a:rPr lang="en-IN" dirty="0" err="1"/>
              <a:t>bw.newLine</a:t>
            </a:r>
            <a:r>
              <a:rPr lang="en-IN" dirty="0"/>
              <a:t>();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br.close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bw.close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0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Read/write Java primitive types</a:t>
            </a:r>
          </a:p>
          <a:p>
            <a:endParaRPr/>
          </a:p>
          <a:p>
            <a:r>
              <a:t>Example:</a:t>
            </a:r>
          </a:p>
          <a:p>
            <a:r>
              <a:t>DataOutputStream dos = new DataOutputStream(new FileOutputStream("data.bin"));</a:t>
            </a:r>
          </a:p>
          <a:p>
            <a:r>
              <a:t>dos.writeInt(100);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3EC8-DE6C-3252-A3FB-C7FE53C9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5876-354A-61DE-ECC8-C4C5F023B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import java.io.*;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DataStreamExample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r>
              <a:rPr lang="en-IN" dirty="0"/>
              <a:t>        </a:t>
            </a:r>
            <a:r>
              <a:rPr lang="en-IN" dirty="0" err="1"/>
              <a:t>DataOutputStream</a:t>
            </a:r>
            <a:r>
              <a:rPr lang="en-IN" dirty="0"/>
              <a:t> dos = new </a:t>
            </a:r>
            <a:r>
              <a:rPr lang="en-IN" dirty="0" err="1"/>
              <a:t>DataOutputStream</a:t>
            </a:r>
            <a:r>
              <a:rPr lang="en-IN" dirty="0"/>
              <a:t>(new </a:t>
            </a:r>
            <a:r>
              <a:rPr lang="en-IN" dirty="0" err="1"/>
              <a:t>FileOutputStream</a:t>
            </a:r>
            <a:r>
              <a:rPr lang="en-IN" dirty="0"/>
              <a:t>("</a:t>
            </a:r>
            <a:r>
              <a:rPr lang="en-IN" dirty="0" err="1"/>
              <a:t>data.bin</a:t>
            </a:r>
            <a:r>
              <a:rPr lang="en-IN" dirty="0"/>
              <a:t>"));</a:t>
            </a:r>
          </a:p>
          <a:p>
            <a:r>
              <a:rPr lang="en-IN" dirty="0"/>
              <a:t>        </a:t>
            </a:r>
            <a:r>
              <a:rPr lang="en-IN" dirty="0" err="1"/>
              <a:t>dos.writeInt</a:t>
            </a:r>
            <a:r>
              <a:rPr lang="en-IN" dirty="0"/>
              <a:t>(100);</a:t>
            </a:r>
          </a:p>
          <a:p>
            <a:r>
              <a:rPr lang="en-IN" dirty="0"/>
              <a:t>        </a:t>
            </a:r>
            <a:r>
              <a:rPr lang="en-IN" dirty="0" err="1"/>
              <a:t>dos.writeDouble</a:t>
            </a:r>
            <a:r>
              <a:rPr lang="en-IN" dirty="0"/>
              <a:t>(99.99);</a:t>
            </a:r>
          </a:p>
          <a:p>
            <a:r>
              <a:rPr lang="en-IN" dirty="0"/>
              <a:t>        </a:t>
            </a:r>
            <a:r>
              <a:rPr lang="en-IN" dirty="0" err="1"/>
              <a:t>dos.close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DataInputStream</a:t>
            </a:r>
            <a:r>
              <a:rPr lang="en-IN" dirty="0"/>
              <a:t> dis = new </a:t>
            </a:r>
            <a:r>
              <a:rPr lang="en-IN" dirty="0" err="1"/>
              <a:t>DataInputStream</a:t>
            </a:r>
            <a:r>
              <a:rPr lang="en-IN" dirty="0"/>
              <a:t>(new </a:t>
            </a:r>
            <a:r>
              <a:rPr lang="en-IN" dirty="0" err="1"/>
              <a:t>FileInputStream</a:t>
            </a:r>
            <a:r>
              <a:rPr lang="en-IN" dirty="0"/>
              <a:t>("</a:t>
            </a:r>
            <a:r>
              <a:rPr lang="en-IN" dirty="0" err="1"/>
              <a:t>data.bin</a:t>
            </a:r>
            <a:r>
              <a:rPr lang="en-IN" dirty="0"/>
              <a:t>"));</a:t>
            </a:r>
          </a:p>
          <a:p>
            <a:r>
              <a:rPr lang="en-IN" dirty="0"/>
              <a:t>        int </a:t>
            </a:r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dis.readInt</a:t>
            </a:r>
            <a:r>
              <a:rPr lang="en-IN" dirty="0"/>
              <a:t>();</a:t>
            </a:r>
          </a:p>
          <a:p>
            <a:r>
              <a:rPr lang="en-IN" dirty="0"/>
              <a:t>        double d = </a:t>
            </a:r>
            <a:r>
              <a:rPr lang="en-IN" dirty="0" err="1"/>
              <a:t>dis.readDouble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("Int: " + </a:t>
            </a:r>
            <a:r>
              <a:rPr lang="en-IN" dirty="0" err="1"/>
              <a:t>i</a:t>
            </a:r>
            <a:r>
              <a:rPr lang="en-IN" dirty="0"/>
              <a:t> + ", Double: " + d);</a:t>
            </a:r>
          </a:p>
          <a:p>
            <a:r>
              <a:rPr lang="en-IN" dirty="0"/>
              <a:t>        </a:t>
            </a:r>
            <a:r>
              <a:rPr lang="en-IN" dirty="0" err="1"/>
              <a:t>dis.close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140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For reading/writing objects (serialization)</a:t>
            </a:r>
          </a:p>
          <a:p>
            <a:endParaRPr/>
          </a:p>
          <a:p>
            <a:r>
              <a:t>Example:</a:t>
            </a:r>
          </a:p>
          <a:p>
            <a:r>
              <a:t>ObjectOutputStream oos = new ObjectOutputStream(new FileOutputStream("obj.dat"));</a:t>
            </a:r>
          </a:p>
          <a:p>
            <a:r>
              <a:t>oos.writeObject(new Student());</a:t>
            </a:r>
          </a:p>
          <a:p>
            <a:endParaRPr/>
          </a:p>
          <a:p>
            <a:r>
              <a:t>Note: Class must implement Serializable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class Student implements Serializable {</a:t>
            </a:r>
          </a:p>
          <a:p>
            <a:r>
              <a:t>    int id;</a:t>
            </a:r>
          </a:p>
          <a:p>
            <a:r>
              <a:t>    String name;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60B3-3E79-FE06-329B-A9566B77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A2E1-50DD-39B9-882F-0F3D86468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import java.io.*;</a:t>
            </a:r>
          </a:p>
          <a:p>
            <a:endParaRPr lang="en-IN" dirty="0"/>
          </a:p>
          <a:p>
            <a:r>
              <a:rPr lang="en-IN" dirty="0"/>
              <a:t>// Serializable class</a:t>
            </a:r>
          </a:p>
          <a:p>
            <a:r>
              <a:rPr lang="en-IN" dirty="0"/>
              <a:t>class Student implements Serializable {</a:t>
            </a:r>
          </a:p>
          <a:p>
            <a:r>
              <a:rPr lang="en-IN" dirty="0"/>
              <a:t>    int id;</a:t>
            </a:r>
          </a:p>
          <a:p>
            <a:r>
              <a:rPr lang="en-IN" dirty="0"/>
              <a:t>    String name;</a:t>
            </a:r>
          </a:p>
          <a:p>
            <a:endParaRPr lang="en-IN" dirty="0"/>
          </a:p>
          <a:p>
            <a:r>
              <a:rPr lang="en-IN" dirty="0"/>
              <a:t>    Student(int id, String name) {</a:t>
            </a:r>
          </a:p>
          <a:p>
            <a:r>
              <a:rPr lang="en-IN" dirty="0"/>
              <a:t>        this.id = id;</a:t>
            </a:r>
          </a:p>
          <a:p>
            <a:r>
              <a:rPr lang="en-IN" dirty="0"/>
              <a:t>        this.name = name;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ObjectStreamExample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, </a:t>
            </a:r>
            <a:r>
              <a:rPr lang="en-IN" dirty="0" err="1"/>
              <a:t>ClassNotFoundException</a:t>
            </a:r>
            <a:r>
              <a:rPr lang="en-IN" dirty="0"/>
              <a:t> {</a:t>
            </a:r>
          </a:p>
          <a:p>
            <a:r>
              <a:rPr lang="en-IN" dirty="0"/>
              <a:t>        // Serialize</a:t>
            </a:r>
          </a:p>
          <a:p>
            <a:r>
              <a:rPr lang="en-IN" dirty="0"/>
              <a:t>        </a:t>
            </a:r>
            <a:r>
              <a:rPr lang="en-IN" dirty="0" err="1"/>
              <a:t>ObjectOutputStream</a:t>
            </a:r>
            <a:r>
              <a:rPr lang="en-IN" dirty="0"/>
              <a:t> </a:t>
            </a:r>
            <a:r>
              <a:rPr lang="en-IN" dirty="0" err="1"/>
              <a:t>oos</a:t>
            </a:r>
            <a:r>
              <a:rPr lang="en-IN" dirty="0"/>
              <a:t> = new </a:t>
            </a:r>
            <a:r>
              <a:rPr lang="en-IN" dirty="0" err="1"/>
              <a:t>ObjectOutputStream</a:t>
            </a:r>
            <a:r>
              <a:rPr lang="en-IN" dirty="0"/>
              <a:t>(new </a:t>
            </a:r>
            <a:r>
              <a:rPr lang="en-IN" dirty="0" err="1"/>
              <a:t>FileOutputStream</a:t>
            </a:r>
            <a:r>
              <a:rPr lang="en-IN" dirty="0"/>
              <a:t>("student.dat"));</a:t>
            </a:r>
          </a:p>
          <a:p>
            <a:r>
              <a:rPr lang="en-IN" dirty="0"/>
              <a:t>        Student s1 = new Student(101, "Alice");</a:t>
            </a:r>
          </a:p>
          <a:p>
            <a:r>
              <a:rPr lang="en-IN" dirty="0"/>
              <a:t>        </a:t>
            </a:r>
            <a:r>
              <a:rPr lang="en-IN" dirty="0" err="1"/>
              <a:t>oos.writeObject</a:t>
            </a:r>
            <a:r>
              <a:rPr lang="en-IN" dirty="0"/>
              <a:t>(s1);</a:t>
            </a:r>
          </a:p>
          <a:p>
            <a:r>
              <a:rPr lang="en-IN" dirty="0"/>
              <a:t>        </a:t>
            </a:r>
            <a:r>
              <a:rPr lang="en-IN" dirty="0" err="1"/>
              <a:t>oos.close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// Deserialize</a:t>
            </a:r>
          </a:p>
          <a:p>
            <a:r>
              <a:rPr lang="en-IN" dirty="0"/>
              <a:t>        </a:t>
            </a:r>
            <a:r>
              <a:rPr lang="en-IN" dirty="0" err="1"/>
              <a:t>ObjectInputStream</a:t>
            </a:r>
            <a:r>
              <a:rPr lang="en-IN" dirty="0"/>
              <a:t> </a:t>
            </a:r>
            <a:r>
              <a:rPr lang="en-IN" dirty="0" err="1"/>
              <a:t>ois</a:t>
            </a:r>
            <a:r>
              <a:rPr lang="en-IN" dirty="0"/>
              <a:t> = new </a:t>
            </a:r>
            <a:r>
              <a:rPr lang="en-IN" dirty="0" err="1"/>
              <a:t>ObjectInputStream</a:t>
            </a:r>
            <a:r>
              <a:rPr lang="en-IN" dirty="0"/>
              <a:t>(new </a:t>
            </a:r>
            <a:r>
              <a:rPr lang="en-IN" dirty="0" err="1"/>
              <a:t>FileInputStream</a:t>
            </a:r>
            <a:r>
              <a:rPr lang="en-IN" dirty="0"/>
              <a:t>("student.dat"));</a:t>
            </a:r>
          </a:p>
          <a:p>
            <a:r>
              <a:rPr lang="en-IN" dirty="0"/>
              <a:t>        Student s2 = (Student) </a:t>
            </a:r>
            <a:r>
              <a:rPr lang="en-IN" dirty="0" err="1"/>
              <a:t>ois.readObject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("ID: " + s2.id + ", Name: " + s2.name);</a:t>
            </a:r>
          </a:p>
          <a:p>
            <a:r>
              <a:rPr lang="en-IN" dirty="0"/>
              <a:t>        </a:t>
            </a:r>
            <a:r>
              <a:rPr lang="en-IN" dirty="0" err="1"/>
              <a:t>ois.close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810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Input (Scanner)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Scanner sc = new Scanner(System.in);</a:t>
            </a:r>
          </a:p>
          <a:p>
            <a:r>
              <a:t>System.out.println("Enter name:");</a:t>
            </a:r>
          </a:p>
          <a:p>
            <a:r>
              <a:t>String name = sc.nextLine();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F05B-59A3-A233-E2C8-1E6A68E5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E5B81-B44A-B390-1DE4-26CFEE17C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ConsoleInputExample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new Scanner(System.in);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your name: ");</a:t>
            </a:r>
          </a:p>
          <a:p>
            <a:r>
              <a:rPr lang="en-IN" dirty="0"/>
              <a:t>        String name = </a:t>
            </a:r>
            <a:r>
              <a:rPr lang="en-IN" dirty="0" err="1"/>
              <a:t>sc.nextLine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("Hello, " + name + "!");</a:t>
            </a:r>
          </a:p>
          <a:p>
            <a:r>
              <a:rPr lang="en-IN" dirty="0"/>
              <a:t>        </a:t>
            </a:r>
            <a:r>
              <a:rPr lang="en-IN" dirty="0" err="1"/>
              <a:t>sc.close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74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Streams abstract data transfer</a:t>
            </a:r>
          </a:p>
          <a:p>
            <a:r>
              <a:t>- Byte vs Character streams</a:t>
            </a:r>
          </a:p>
          <a:p>
            <a:r>
              <a:t>- Buffering improves performance</a:t>
            </a:r>
          </a:p>
          <a:p>
            <a:r>
              <a:t>- Serialization for object persistence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1045</Words>
  <Application>Microsoft Office PowerPoint</Application>
  <PresentationFormat>On-screen Show (4:3)</PresentationFormat>
  <Paragraphs>176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Java I/O Streams</vt:lpstr>
      <vt:lpstr>Introduction to Java I/O</vt:lpstr>
      <vt:lpstr>Types of Streams</vt:lpstr>
      <vt:lpstr>Byte Streams</vt:lpstr>
      <vt:lpstr>Character Streams</vt:lpstr>
      <vt:lpstr>PowerPoint Presentation</vt:lpstr>
      <vt:lpstr>FileInputStream &amp; FileOutputStream</vt:lpstr>
      <vt:lpstr>PowerPoint Presentation</vt:lpstr>
      <vt:lpstr>Buffered Streams</vt:lpstr>
      <vt:lpstr>PowerPoint Presentation</vt:lpstr>
      <vt:lpstr>Data Streams</vt:lpstr>
      <vt:lpstr>PowerPoint Presentation</vt:lpstr>
      <vt:lpstr>Object Streams</vt:lpstr>
      <vt:lpstr>Serialization Example</vt:lpstr>
      <vt:lpstr>PowerPoint Presentation</vt:lpstr>
      <vt:lpstr>Console Input (Scanner)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subhash goud chander</cp:lastModifiedBy>
  <cp:revision>7</cp:revision>
  <dcterms:created xsi:type="dcterms:W3CDTF">2013-01-27T09:14:16Z</dcterms:created>
  <dcterms:modified xsi:type="dcterms:W3CDTF">2025-08-04T04:30:18Z</dcterms:modified>
  <cp:category/>
</cp:coreProperties>
</file>